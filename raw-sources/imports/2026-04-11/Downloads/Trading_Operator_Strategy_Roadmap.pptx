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Trading Operator Strategy &amp; Progress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Build Roadmap and Status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</a:t>
            </a:r>
          </a:p>
          <a:p>
            <a:r>
              <a:t>Build a self operating trading system that collects data, processes signals, learns from decisions, and supports execution.</a:t>
            </a:r>
          </a:p>
          <a:p/>
          <a:p>
            <a:r>
              <a:t>System Layers:</a:t>
            </a:r>
          </a:p>
          <a:p>
            <a:r>
              <a:t>• Intake Layer</a:t>
            </a:r>
          </a:p>
          <a:p>
            <a:r>
              <a:t>• Processing Layer</a:t>
            </a:r>
          </a:p>
          <a:p>
            <a:r>
              <a:t>• Decision Layer</a:t>
            </a:r>
          </a:p>
          <a:p>
            <a:r>
              <a:t>• Execution Layer</a:t>
            </a:r>
          </a:p>
          <a:p>
            <a:r>
              <a:t>• Learning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Foundations:</a:t>
            </a:r>
          </a:p>
          <a:p>
            <a:r>
              <a:t>• Local agent brain running</a:t>
            </a:r>
          </a:p>
          <a:p>
            <a:r>
              <a:t>• Watcher system built</a:t>
            </a:r>
          </a:p>
          <a:p>
            <a:r>
              <a:t>• Auto start background process configured</a:t>
            </a:r>
          </a:p>
          <a:p>
            <a:r>
              <a:t>• Inbox event detection working</a:t>
            </a:r>
          </a:p>
          <a:p/>
          <a:p>
            <a:r>
              <a:t>Current Stage:</a:t>
            </a:r>
          </a:p>
          <a:p>
            <a:r>
              <a:t>Infrastructure complete. Beginning automation integrations.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Build Timeline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Foundation –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Automation –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9456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Signal Processing – Upcoming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926080"/>
            <a:ext cx="36576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Engine – Planned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Execution Layer –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